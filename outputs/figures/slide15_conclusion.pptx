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A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11274552" cy="19050"/>
          </a:xfrm>
          <a:prstGeom prst="rect">
            <a:avLst/>
          </a:prstGeom>
          <a:solidFill>
            <a:srgbClr val="1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274552" cy="822960"/>
          </a:xfrm>
          <a:prstGeom prst="rect">
            <a:avLst/>
          </a:prstGeom>
          <a:solidFill>
            <a:srgbClr val="10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FFFFFF"/>
                </a:solidFill>
              </a:rPr>
              <a:t>T3.4 delivers a working, validated, RAI-compliant blockchain governance system for heterogeneous MultiGIS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3566160" cy="4206240"/>
          </a:xfrm>
          <a:prstGeom prst="rect">
            <a:avLst/>
          </a:prstGeom>
          <a:solidFill>
            <a:srgbClr val="0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3566160" cy="54864"/>
          </a:xfrm>
          <a:prstGeom prst="rect">
            <a:avLst/>
          </a:prstGeom>
          <a:solidFill>
            <a:srgbClr val="1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2938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78ADD"/>
                </a:solidFill>
              </a:rPr>
              <a:t>What we built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368296"/>
            <a:ext cx="3291840" cy="10160"/>
          </a:xfrm>
          <a:prstGeom prst="rect">
            <a:avLst/>
          </a:prstGeom>
          <a:solidFill>
            <a:srgbClr val="17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432304"/>
            <a:ext cx="3291840" cy="3465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>
                <a:solidFill>
                  <a:srgbClr val="CCD6DE"/>
                </a:solidFill>
              </a:rPr>
              <a:t>- 4-layer pilot-agnostic decentralised governance architecture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CCD6DE"/>
                </a:solidFill>
              </a:rPr>
              <a:t>- 3 Solidity smart contracts: registration, access control, provenance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CCD6DE"/>
                </a:solidFill>
              </a:rPr>
              <a:t>- Hybrid PostGIS / blockchain storage with SHA-256 hash bridge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CCD6DE"/>
                </a:solidFill>
              </a:rPr>
              <a:t>- Python LedgerInterface connecting pipeline to ledger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566160" cy="4206240"/>
          </a:xfrm>
          <a:prstGeom prst="rect">
            <a:avLst/>
          </a:prstGeom>
          <a:solidFill>
            <a:srgbClr val="0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0248" y="1783080"/>
            <a:ext cx="3566160" cy="54864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192938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9E75"/>
                </a:solidFill>
              </a:rPr>
              <a:t>What we proved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7408" y="2368296"/>
            <a:ext cx="3291840" cy="10160"/>
          </a:xfrm>
          <a:prstGeom prst="rect">
            <a:avLst/>
          </a:prstGeom>
          <a:solidFill>
            <a:srgbClr val="17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2432304"/>
            <a:ext cx="3291840" cy="3465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>
                <a:solidFill>
                  <a:srgbClr val="CCD6DE"/>
                </a:solidFill>
              </a:rPr>
              <a:t>- 8/8 components validated across 2 pilots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CCD6DE"/>
                </a:solidFill>
              </a:rPr>
              <a:t>- &lt; 40 ms governance cycle — negligible overhead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CCD6DE"/>
                </a:solidFill>
              </a:rPr>
              <a:t>- 20/20 scalability — zero performance degradation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CCD6DE"/>
                </a:solidFill>
              </a:rPr>
              <a:t>- 7/7 fault tolerance — fully enforced at contract level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3296" y="1783080"/>
            <a:ext cx="3566160" cy="4206240"/>
          </a:xfrm>
          <a:prstGeom prst="rect">
            <a:avLst/>
          </a:prstGeom>
          <a:solidFill>
            <a:srgbClr val="0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1783080"/>
            <a:ext cx="356616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0456" y="192938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</a:rPr>
              <a:t>What it means for the project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0456" y="2368296"/>
            <a:ext cx="3291840" cy="10160"/>
          </a:xfrm>
          <a:prstGeom prst="rect">
            <a:avLst/>
          </a:prstGeom>
          <a:solidFill>
            <a:srgbClr val="17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0456" y="2432304"/>
            <a:ext cx="3291840" cy="3465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>
                <a:solidFill>
                  <a:srgbClr val="CCD6DE"/>
                </a:solidFill>
              </a:rPr>
              <a:t>- Trust layer for the entire WP3 data pipeline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CCD6DE"/>
                </a:solidFill>
              </a:rPr>
              <a:t>- Direct implementation of D2.2 architecture &amp; D2.3 RAI requirements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CCD6DE"/>
                </a:solidFill>
              </a:rPr>
              <a:t>- Data foundation ready for WP4 AI models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CCD6DE"/>
                </a:solidFill>
              </a:rPr>
              <a:t>- Production migration to Hyperledger Besu — next phase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19963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8A99A8"/>
                </a:solidFill>
              </a:rPr>
              <a:t>Thank you  — 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