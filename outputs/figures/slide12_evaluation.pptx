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Evaluation: Performance, Scalability &amp; Fault Tolerance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4552" cy="19050"/>
          </a:xfrm>
          <a:prstGeom prst="rect">
            <a:avLst/>
          </a:prstGeom>
          <a:solidFill>
            <a:srgbClr val="1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651760" cy="5257800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651760" cy="64008"/>
          </a:xfrm>
          <a:prstGeom prst="rect">
            <a:avLst/>
          </a:prstGeom>
          <a:solidFill>
            <a:srgbClr val="1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280160"/>
            <a:ext cx="1188720" cy="1188720"/>
          </a:xfrm>
          <a:prstGeom prst="ellipse">
            <a:avLst/>
          </a:prstGeom>
          <a:solidFill>
            <a:srgbClr val="1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8ADD"/>
                </a:solidFill>
              </a:rPr>
              <a:t>Components validated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2103120" cy="1016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8"/>
                </a:solidFill>
              </a:rPr>
              <a:t>Both pilots · all components · hash verified True in all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960120"/>
            <a:ext cx="2651760" cy="5257800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8416" y="960120"/>
            <a:ext cx="2651760" cy="640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59936" y="1280160"/>
            <a:ext cx="1188720" cy="118872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3441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&lt; 40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D9E75"/>
                </a:solidFill>
              </a:rPr>
              <a:t>Governance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2736" y="2743200"/>
            <a:ext cx="2103120" cy="1016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5576" y="28803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8"/>
                </a:solidFill>
              </a:rPr>
              <a:t>32.5 ms Pilot 1 (SuDS)  ·  25.0 ms Pilot 2 (WoC)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960120"/>
            <a:ext cx="2651760" cy="5257800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960120"/>
            <a:ext cx="2651760" cy="64008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31152" y="1280160"/>
            <a:ext cx="1188720" cy="1188720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13441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20 /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7517"/>
                </a:solidFill>
              </a:rPr>
              <a:t>Scalability — sequential 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2743200"/>
            <a:ext cx="2103120" cy="1016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8803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8"/>
                </a:solidFill>
              </a:rPr>
              <a:t>Zero performance degradation · gas stable at 243,086 (v2–v20)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70848" y="960120"/>
            <a:ext cx="2651760" cy="5257800"/>
          </a:xfrm>
          <a:prstGeom prst="rect">
            <a:avLst/>
          </a:prstGeom>
          <a:solidFill>
            <a:srgbClr val="0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70848" y="960120"/>
            <a:ext cx="265176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2368" y="1280160"/>
            <a:ext cx="1188720" cy="1188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134416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 /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2194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090"/>
                </a:solidFill>
              </a:rPr>
              <a:t>Fault tolerance tests passed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45168" y="2743200"/>
            <a:ext cx="2103120" cy="1016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8008" y="2880360"/>
            <a:ext cx="2377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9A8"/>
                </a:solidFill>
              </a:rPr>
              <a:t>Input · access control · state consistency · integrity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9A8"/>
                </a:solidFill>
              </a:rPr>
              <a:t>All results obtained on local Hardhat simulation environment  ·  Evaluated across both AI4MultiGIS pilot case studies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